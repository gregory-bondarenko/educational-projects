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2"/>
  </p:sldMasterIdLst>
  <p:notesMasterIdLst>
    <p:notesMasterId r:id="rId14"/>
  </p:notesMasterIdLst>
  <p:handoutMasterIdLst>
    <p:handoutMasterId r:id="rId15"/>
  </p:handoutMasterIdLst>
  <p:sldIdLst>
    <p:sldId id="261" r:id="rId3"/>
    <p:sldId id="312" r:id="rId4"/>
    <p:sldId id="324" r:id="rId5"/>
    <p:sldId id="329" r:id="rId6"/>
    <p:sldId id="326" r:id="rId7"/>
    <p:sldId id="330" r:id="rId8"/>
    <p:sldId id="331" r:id="rId9"/>
    <p:sldId id="332" r:id="rId10"/>
    <p:sldId id="327" r:id="rId11"/>
    <p:sldId id="333" r:id="rId12"/>
    <p:sldId id="32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ухорукова Татьяна Петровна" initials="СТП" lastIdx="3" clrIdx="0">
    <p:extLst/>
  </p:cmAuthor>
  <p:cmAuthor id="2" name="Про Илья" initials="ПИ" lastIdx="12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0236"/>
    <a:srgbClr val="EBEEF3"/>
    <a:srgbClr val="FFFFFF"/>
    <a:srgbClr val="E0E5F7"/>
    <a:srgbClr val="E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89176" autoAdjust="0"/>
  </p:normalViewPr>
  <p:slideViewPr>
    <p:cSldViewPr snapToGrid="0">
      <p:cViewPr>
        <p:scale>
          <a:sx n="82" d="100"/>
          <a:sy n="82" d="100"/>
        </p:scale>
        <p:origin x="-586" y="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Про Илья" userId="7eb36e5c86fb2004" providerId="LiveId" clId="{CBC56BFB-49FE-4F78-A531-62A6463F8778}"/>
    <pc:docChg chg="undo custSel addSld delSld modSld sldOrd">
      <pc:chgData name="Про Илья" userId="7eb36e5c86fb2004" providerId="LiveId" clId="{CBC56BFB-49FE-4F78-A531-62A6463F8778}" dt="2025-04-27T15:40:33.531" v="2281" actId="14100"/>
      <pc:docMkLst>
        <pc:docMk/>
      </pc:docMkLst>
      <pc:sldChg chg="modSp mod">
        <pc:chgData name="Про Илья" userId="7eb36e5c86fb2004" providerId="LiveId" clId="{CBC56BFB-49FE-4F78-A531-62A6463F8778}" dt="2025-04-27T10:46:31.960" v="2103" actId="20577"/>
        <pc:sldMkLst>
          <pc:docMk/>
          <pc:sldMk cId="3703190700" sldId="309"/>
        </pc:sldMkLst>
        <pc:spChg chg="mod">
          <ac:chgData name="Про Илья" userId="7eb36e5c86fb2004" providerId="LiveId" clId="{CBC56BFB-49FE-4F78-A531-62A6463F8778}" dt="2025-04-27T10:46:31.960" v="2103" actId="20577"/>
          <ac:spMkLst>
            <pc:docMk/>
            <pc:sldMk cId="3703190700" sldId="309"/>
            <ac:spMk id="12" creationId="{7887346A-5CAE-4C90-8D2F-BF983F34C7A3}"/>
          </ac:spMkLst>
        </pc:spChg>
      </pc:sldChg>
      <pc:sldChg chg="modSp mod">
        <pc:chgData name="Про Илья" userId="7eb36e5c86fb2004" providerId="LiveId" clId="{CBC56BFB-49FE-4F78-A531-62A6463F8778}" dt="2025-04-27T11:13:40.633" v="2164" actId="207"/>
        <pc:sldMkLst>
          <pc:docMk/>
          <pc:sldMk cId="953163459" sldId="318"/>
        </pc:sldMkLst>
        <pc:graphicFrameChg chg="modGraphic">
          <ac:chgData name="Про Илья" userId="7eb36e5c86fb2004" providerId="LiveId" clId="{CBC56BFB-49FE-4F78-A531-62A6463F8778}" dt="2025-04-27T11:13:40.633" v="2164" actId="207"/>
          <ac:graphicFrameMkLst>
            <pc:docMk/>
            <pc:sldMk cId="953163459" sldId="318"/>
            <ac:graphicFrameMk id="14" creationId="{5B719287-842F-4CBE-8099-8CAFFFFC8D38}"/>
          </ac:graphicFrameMkLst>
        </pc:graphicFrameChg>
      </pc:sldChg>
      <pc:sldChg chg="addSp delSp modSp mod modNotesTx">
        <pc:chgData name="Про Илья" userId="7eb36e5c86fb2004" providerId="LiveId" clId="{CBC56BFB-49FE-4F78-A531-62A6463F8778}" dt="2025-04-27T11:16:27.372" v="2261" actId="20577"/>
        <pc:sldMkLst>
          <pc:docMk/>
          <pc:sldMk cId="1744166105" sldId="328"/>
        </pc:sldMkLst>
        <pc:spChg chg="add mod">
          <ac:chgData name="Про Илья" userId="7eb36e5c86fb2004" providerId="LiveId" clId="{CBC56BFB-49FE-4F78-A531-62A6463F8778}" dt="2025-04-27T11:16:10.373" v="2237" actId="20577"/>
          <ac:spMkLst>
            <pc:docMk/>
            <pc:sldMk cId="1744166105" sldId="328"/>
            <ac:spMk id="9" creationId="{2191C7D2-CC1A-484E-A61D-2BB04298AA76}"/>
          </ac:spMkLst>
        </pc:spChg>
        <pc:picChg chg="add del mod">
          <ac:chgData name="Про Илья" userId="7eb36e5c86fb2004" providerId="LiveId" clId="{CBC56BFB-49FE-4F78-A531-62A6463F8778}" dt="2025-04-26T12:49:55.881" v="2" actId="478"/>
          <ac:picMkLst>
            <pc:docMk/>
            <pc:sldMk cId="1744166105" sldId="328"/>
            <ac:picMk id="3" creationId="{1787B737-7C5D-4F50-B2E1-75841515EDDB}"/>
          </ac:picMkLst>
        </pc:picChg>
        <pc:picChg chg="add mod">
          <ac:chgData name="Про Илья" userId="7eb36e5c86fb2004" providerId="LiveId" clId="{CBC56BFB-49FE-4F78-A531-62A6463F8778}" dt="2025-04-26T12:50:46.021" v="10" actId="1076"/>
          <ac:picMkLst>
            <pc:docMk/>
            <pc:sldMk cId="1744166105" sldId="328"/>
            <ac:picMk id="5" creationId="{F6F62AB7-6B93-406B-8B61-D6E7584A6C51}"/>
          </ac:picMkLst>
        </pc:picChg>
      </pc:sldChg>
      <pc:sldChg chg="addSp delSp modSp mod modNotes modNotesTx">
        <pc:chgData name="Про Илья" userId="7eb36e5c86fb2004" providerId="LiveId" clId="{CBC56BFB-49FE-4F78-A531-62A6463F8778}" dt="2025-04-27T11:20:03.966" v="2280" actId="20577"/>
        <pc:sldMkLst>
          <pc:docMk/>
          <pc:sldMk cId="992672414" sldId="354"/>
        </pc:sldMkLst>
        <pc:spChg chg="add del mod">
          <ac:chgData name="Про Илья" userId="7eb36e5c86fb2004" providerId="LiveId" clId="{CBC56BFB-49FE-4F78-A531-62A6463F8778}" dt="2025-04-27T11:02:10.182" v="2124" actId="478"/>
          <ac:spMkLst>
            <pc:docMk/>
            <pc:sldMk cId="992672414" sldId="354"/>
            <ac:spMk id="2" creationId="{82D91D4C-C8B0-4D40-BF7B-807F89F4E101}"/>
          </ac:spMkLst>
        </pc:spChg>
        <pc:spChg chg="add del mod">
          <ac:chgData name="Про Илья" userId="7eb36e5c86fb2004" providerId="LiveId" clId="{CBC56BFB-49FE-4F78-A531-62A6463F8778}" dt="2025-04-27T11:02:13.751" v="2125" actId="478"/>
          <ac:spMkLst>
            <pc:docMk/>
            <pc:sldMk cId="992672414" sldId="354"/>
            <ac:spMk id="10" creationId="{59CA1FF7-02E2-4A8C-89F8-AA40DB432A09}"/>
          </ac:spMkLst>
        </pc:spChg>
        <pc:picChg chg="mod">
          <ac:chgData name="Про Илья" userId="7eb36e5c86fb2004" providerId="LiveId" clId="{CBC56BFB-49FE-4F78-A531-62A6463F8778}" dt="2025-04-27T11:01:47.417" v="2121" actId="14100"/>
          <ac:picMkLst>
            <pc:docMk/>
            <pc:sldMk cId="992672414" sldId="354"/>
            <ac:picMk id="3" creationId="{BA192C50-3074-4274-81B6-D6799CCD046A}"/>
          </ac:picMkLst>
        </pc:picChg>
        <pc:picChg chg="add del mod">
          <ac:chgData name="Про Илья" userId="7eb36e5c86fb2004" providerId="LiveId" clId="{CBC56BFB-49FE-4F78-A531-62A6463F8778}" dt="2025-04-27T10:59:59.878" v="2105"/>
          <ac:picMkLst>
            <pc:docMk/>
            <pc:sldMk cId="992672414" sldId="354"/>
            <ac:picMk id="9" creationId="{E80819FF-5CCC-4500-BFF3-09356E367B74}"/>
          </ac:picMkLst>
        </pc:picChg>
      </pc:sldChg>
      <pc:sldChg chg="modSp mod">
        <pc:chgData name="Про Илья" userId="7eb36e5c86fb2004" providerId="LiveId" clId="{CBC56BFB-49FE-4F78-A531-62A6463F8778}" dt="2025-04-27T11:13:33.869" v="2163" actId="207"/>
        <pc:sldMkLst>
          <pc:docMk/>
          <pc:sldMk cId="3407369599" sldId="355"/>
        </pc:sldMkLst>
        <pc:graphicFrameChg chg="modGraphic">
          <ac:chgData name="Про Илья" userId="7eb36e5c86fb2004" providerId="LiveId" clId="{CBC56BFB-49FE-4F78-A531-62A6463F8778}" dt="2025-04-27T11:13:33.869" v="2163" actId="207"/>
          <ac:graphicFrameMkLst>
            <pc:docMk/>
            <pc:sldMk cId="3407369599" sldId="355"/>
            <ac:graphicFrameMk id="14" creationId="{4672E349-FEB1-4EB5-9981-058A0F670BBC}"/>
          </ac:graphicFrameMkLst>
        </pc:graphicFrameChg>
      </pc:sldChg>
      <pc:sldChg chg="addSp delSp modSp add mod ord modNotesTx">
        <pc:chgData name="Про Илья" userId="7eb36e5c86fb2004" providerId="LiveId" clId="{CBC56BFB-49FE-4F78-A531-62A6463F8778}" dt="2025-04-26T21:47:21.974" v="1266" actId="20577"/>
        <pc:sldMkLst>
          <pc:docMk/>
          <pc:sldMk cId="2180276667" sldId="356"/>
        </pc:sldMkLst>
        <pc:spChg chg="mod">
          <ac:chgData name="Про Илья" userId="7eb36e5c86fb2004" providerId="LiveId" clId="{CBC56BFB-49FE-4F78-A531-62A6463F8778}" dt="2025-04-26T21:37:34.667" v="897" actId="20577"/>
          <ac:spMkLst>
            <pc:docMk/>
            <pc:sldMk cId="2180276667" sldId="356"/>
            <ac:spMk id="9" creationId="{2191C7D2-CC1A-484E-A61D-2BB04298AA76}"/>
          </ac:spMkLst>
        </pc:spChg>
        <pc:spChg chg="add del">
          <ac:chgData name="Про Илья" userId="7eb36e5c86fb2004" providerId="LiveId" clId="{CBC56BFB-49FE-4F78-A531-62A6463F8778}" dt="2025-04-26T21:26:02.011" v="762" actId="22"/>
          <ac:spMkLst>
            <pc:docMk/>
            <pc:sldMk cId="2180276667" sldId="356"/>
            <ac:spMk id="22" creationId="{B72E3072-274C-406F-A9E5-7FBCC48D061D}"/>
          </ac:spMkLst>
        </pc:spChg>
        <pc:spChg chg="add del">
          <ac:chgData name="Про Илья" userId="7eb36e5c86fb2004" providerId="LiveId" clId="{CBC56BFB-49FE-4F78-A531-62A6463F8778}" dt="2025-04-26T21:26:29.170" v="767" actId="22"/>
          <ac:spMkLst>
            <pc:docMk/>
            <pc:sldMk cId="2180276667" sldId="356"/>
            <ac:spMk id="25" creationId="{F3E7C5BC-7246-42FF-B98F-FFFC549427E4}"/>
          </ac:spMkLst>
        </pc:spChg>
        <pc:spChg chg="add del">
          <ac:chgData name="Про Илья" userId="7eb36e5c86fb2004" providerId="LiveId" clId="{CBC56BFB-49FE-4F78-A531-62A6463F8778}" dt="2025-04-26T21:27:26.525" v="779" actId="22"/>
          <ac:spMkLst>
            <pc:docMk/>
            <pc:sldMk cId="2180276667" sldId="356"/>
            <ac:spMk id="33" creationId="{8B6667C1-46D8-43CB-93E4-8207E83E801C}"/>
          </ac:spMkLst>
        </pc:spChg>
        <pc:picChg chg="add del mod">
          <ac:chgData name="Про Илья" userId="7eb36e5c86fb2004" providerId="LiveId" clId="{CBC56BFB-49FE-4F78-A531-62A6463F8778}" dt="2025-04-26T13:10:53.049" v="102" actId="478"/>
          <ac:picMkLst>
            <pc:docMk/>
            <pc:sldMk cId="2180276667" sldId="356"/>
            <ac:picMk id="3" creationId="{96311DE3-F858-4CA2-8379-F3EEA48F36B5}"/>
          </ac:picMkLst>
        </pc:picChg>
        <pc:picChg chg="del">
          <ac:chgData name="Про Илья" userId="7eb36e5c86fb2004" providerId="LiveId" clId="{CBC56BFB-49FE-4F78-A531-62A6463F8778}" dt="2025-04-26T12:52:14.768" v="52" actId="478"/>
          <ac:picMkLst>
            <pc:docMk/>
            <pc:sldMk cId="2180276667" sldId="356"/>
            <ac:picMk id="5" creationId="{F6F62AB7-6B93-406B-8B61-D6E7584A6C51}"/>
          </ac:picMkLst>
        </pc:picChg>
        <pc:picChg chg="add del mod">
          <ac:chgData name="Про Илья" userId="7eb36e5c86fb2004" providerId="LiveId" clId="{CBC56BFB-49FE-4F78-A531-62A6463F8778}" dt="2025-04-26T13:10:41.031" v="98" actId="478"/>
          <ac:picMkLst>
            <pc:docMk/>
            <pc:sldMk cId="2180276667" sldId="356"/>
            <ac:picMk id="6" creationId="{B6D5C3E6-CF02-4813-983E-C768D4CC9A42}"/>
          </ac:picMkLst>
        </pc:picChg>
        <pc:picChg chg="add del mod">
          <ac:chgData name="Про Илья" userId="7eb36e5c86fb2004" providerId="LiveId" clId="{CBC56BFB-49FE-4F78-A531-62A6463F8778}" dt="2025-04-26T21:25:11.377" v="749" actId="478"/>
          <ac:picMkLst>
            <pc:docMk/>
            <pc:sldMk cId="2180276667" sldId="356"/>
            <ac:picMk id="11" creationId="{F0256F5A-630F-41A9-8371-E393FFF5AA88}"/>
          </ac:picMkLst>
        </pc:picChg>
        <pc:picChg chg="add del mod">
          <ac:chgData name="Про Илья" userId="7eb36e5c86fb2004" providerId="LiveId" clId="{CBC56BFB-49FE-4F78-A531-62A6463F8778}" dt="2025-04-26T14:34:27.936" v="142" actId="478"/>
          <ac:picMkLst>
            <pc:docMk/>
            <pc:sldMk cId="2180276667" sldId="356"/>
            <ac:picMk id="13" creationId="{D9C35B2C-DAA1-48E3-832A-3F8594035B2C}"/>
          </ac:picMkLst>
        </pc:picChg>
        <pc:picChg chg="add del mod ord">
          <ac:chgData name="Про Илья" userId="7eb36e5c86fb2004" providerId="LiveId" clId="{CBC56BFB-49FE-4F78-A531-62A6463F8778}" dt="2025-04-26T21:25:16.324" v="753" actId="478"/>
          <ac:picMkLst>
            <pc:docMk/>
            <pc:sldMk cId="2180276667" sldId="356"/>
            <ac:picMk id="17" creationId="{9BCC27F2-0193-4D8D-9861-760F041DD43A}"/>
          </ac:picMkLst>
        </pc:picChg>
        <pc:picChg chg="add mod">
          <ac:chgData name="Про Илья" userId="7eb36e5c86fb2004" providerId="LiveId" clId="{CBC56BFB-49FE-4F78-A531-62A6463F8778}" dt="2025-04-26T21:41:31.277" v="1047" actId="14100"/>
          <ac:picMkLst>
            <pc:docMk/>
            <pc:sldMk cId="2180276667" sldId="356"/>
            <ac:picMk id="19" creationId="{1041FD6C-4062-462E-9D9F-42944665D016}"/>
          </ac:picMkLst>
        </pc:picChg>
        <pc:picChg chg="add del mod">
          <ac:chgData name="Про Илья" userId="7eb36e5c86fb2004" providerId="LiveId" clId="{CBC56BFB-49FE-4F78-A531-62A6463F8778}" dt="2025-04-26T21:30:54.848" v="799" actId="478"/>
          <ac:picMkLst>
            <pc:docMk/>
            <pc:sldMk cId="2180276667" sldId="356"/>
            <ac:picMk id="1026" creationId="{E5D1F478-633B-4869-BC5D-260D3870C8E5}"/>
          </ac:picMkLst>
        </pc:picChg>
        <pc:picChg chg="add mod">
          <ac:chgData name="Про Илья" userId="7eb36e5c86fb2004" providerId="LiveId" clId="{CBC56BFB-49FE-4F78-A531-62A6463F8778}" dt="2025-04-26T21:41:33.373" v="1049" actId="1076"/>
          <ac:picMkLst>
            <pc:docMk/>
            <pc:sldMk cId="2180276667" sldId="356"/>
            <ac:picMk id="1028" creationId="{E6F30369-AD3D-412F-8A5D-72E9D0537D1C}"/>
          </ac:picMkLst>
        </pc:picChg>
        <pc:picChg chg="add mod">
          <ac:chgData name="Про Илья" userId="7eb36e5c86fb2004" providerId="LiveId" clId="{CBC56BFB-49FE-4F78-A531-62A6463F8778}" dt="2025-04-26T21:27:52.423" v="787" actId="1076"/>
          <ac:picMkLst>
            <pc:docMk/>
            <pc:sldMk cId="2180276667" sldId="356"/>
            <ac:picMk id="1030" creationId="{DF0AB2FD-840B-4FE0-AA67-CD2E1F4A381A}"/>
          </ac:picMkLst>
        </pc:picChg>
        <pc:picChg chg="add del mod">
          <ac:chgData name="Про Илья" userId="7eb36e5c86fb2004" providerId="LiveId" clId="{CBC56BFB-49FE-4F78-A531-62A6463F8778}" dt="2025-04-26T21:30:54.505" v="798"/>
          <ac:picMkLst>
            <pc:docMk/>
            <pc:sldMk cId="2180276667" sldId="356"/>
            <ac:picMk id="1032" creationId="{7D6C0A60-F5CF-4ADA-A8AC-EBBFA02C22F1}"/>
          </ac:picMkLst>
        </pc:picChg>
        <pc:cxnChg chg="add mod">
          <ac:chgData name="Про Илья" userId="7eb36e5c86fb2004" providerId="LiveId" clId="{CBC56BFB-49FE-4F78-A531-62A6463F8778}" dt="2025-04-26T21:41:29.877" v="1043" actId="14100"/>
          <ac:cxnSpMkLst>
            <pc:docMk/>
            <pc:sldMk cId="2180276667" sldId="356"/>
            <ac:cxnSpMk id="15" creationId="{ECC123D2-16D6-4539-8A3A-26F9BFC604E6}"/>
          </ac:cxnSpMkLst>
        </pc:cxnChg>
        <pc:cxnChg chg="add mod">
          <ac:chgData name="Про Илья" userId="7eb36e5c86fb2004" providerId="LiveId" clId="{CBC56BFB-49FE-4F78-A531-62A6463F8778}" dt="2025-04-26T21:27:44.499" v="783" actId="1076"/>
          <ac:cxnSpMkLst>
            <pc:docMk/>
            <pc:sldMk cId="2180276667" sldId="356"/>
            <ac:cxnSpMk id="27" creationId="{7C53545F-066D-445E-9DBC-BB889BD2656A}"/>
          </ac:cxnSpMkLst>
        </pc:cxnChg>
        <pc:cxnChg chg="add mod">
          <ac:chgData name="Про Илья" userId="7eb36e5c86fb2004" providerId="LiveId" clId="{CBC56BFB-49FE-4F78-A531-62A6463F8778}" dt="2025-04-26T21:27:50.586" v="786" actId="1076"/>
          <ac:cxnSpMkLst>
            <pc:docMk/>
            <pc:sldMk cId="2180276667" sldId="356"/>
            <ac:cxnSpMk id="35" creationId="{EC318B40-7E62-414B-B0B7-7F483A1ABA74}"/>
          </ac:cxnSpMkLst>
        </pc:cxnChg>
      </pc:sldChg>
      <pc:sldChg chg="add modNotesTx">
        <pc:chgData name="Про Илья" userId="7eb36e5c86fb2004" providerId="LiveId" clId="{CBC56BFB-49FE-4F78-A531-62A6463F8778}" dt="2025-04-27T11:18:36.573" v="2264" actId="20577"/>
        <pc:sldMkLst>
          <pc:docMk/>
          <pc:sldMk cId="1735915479" sldId="357"/>
        </pc:sldMkLst>
      </pc:sldChg>
      <pc:sldChg chg="addSp delSp modSp add del mod modNotesTx">
        <pc:chgData name="Про Илья" userId="7eb36e5c86fb2004" providerId="LiveId" clId="{CBC56BFB-49FE-4F78-A531-62A6463F8778}" dt="2025-04-26T22:10:44.784" v="1444" actId="2696"/>
        <pc:sldMkLst>
          <pc:docMk/>
          <pc:sldMk cId="3066302353" sldId="358"/>
        </pc:sldMkLst>
        <pc:spChg chg="del mod">
          <ac:chgData name="Про Илья" userId="7eb36e5c86fb2004" providerId="LiveId" clId="{CBC56BFB-49FE-4F78-A531-62A6463F8778}" dt="2025-04-26T21:50:30.198" v="1271" actId="478"/>
          <ac:spMkLst>
            <pc:docMk/>
            <pc:sldMk cId="3066302353" sldId="358"/>
            <ac:spMk id="9" creationId="{2191C7D2-CC1A-484E-A61D-2BB04298AA76}"/>
          </ac:spMkLst>
        </pc:spChg>
        <pc:spChg chg="add mod">
          <ac:chgData name="Про Илья" userId="7eb36e5c86fb2004" providerId="LiveId" clId="{CBC56BFB-49FE-4F78-A531-62A6463F8778}" dt="2025-04-26T22:04:32.726" v="1433" actId="20577"/>
          <ac:spMkLst>
            <pc:docMk/>
            <pc:sldMk cId="3066302353" sldId="358"/>
            <ac:spMk id="16" creationId="{EE5B03DD-00F9-4D88-A6F7-2DB1921557ED}"/>
          </ac:spMkLst>
        </pc:spChg>
        <pc:picChg chg="del">
          <ac:chgData name="Про Илья" userId="7eb36e5c86fb2004" providerId="LiveId" clId="{CBC56BFB-49FE-4F78-A531-62A6463F8778}" dt="2025-04-26T21:50:28.375" v="1269" actId="478"/>
          <ac:picMkLst>
            <pc:docMk/>
            <pc:sldMk cId="3066302353" sldId="358"/>
            <ac:picMk id="19" creationId="{1041FD6C-4062-462E-9D9F-42944665D016}"/>
          </ac:picMkLst>
        </pc:picChg>
        <pc:picChg chg="del">
          <ac:chgData name="Про Илья" userId="7eb36e5c86fb2004" providerId="LiveId" clId="{CBC56BFB-49FE-4F78-A531-62A6463F8778}" dt="2025-04-26T21:50:27.721" v="1268" actId="478"/>
          <ac:picMkLst>
            <pc:docMk/>
            <pc:sldMk cId="3066302353" sldId="358"/>
            <ac:picMk id="1026" creationId="{E5D1F478-633B-4869-BC5D-260D3870C8E5}"/>
          </ac:picMkLst>
        </pc:picChg>
        <pc:picChg chg="del">
          <ac:chgData name="Про Илья" userId="7eb36e5c86fb2004" providerId="LiveId" clId="{CBC56BFB-49FE-4F78-A531-62A6463F8778}" dt="2025-04-26T21:50:30.975" v="1272" actId="478"/>
          <ac:picMkLst>
            <pc:docMk/>
            <pc:sldMk cId="3066302353" sldId="358"/>
            <ac:picMk id="1028" creationId="{E6F30369-AD3D-412F-8A5D-72E9D0537D1C}"/>
          </ac:picMkLst>
        </pc:picChg>
        <pc:picChg chg="del">
          <ac:chgData name="Про Илья" userId="7eb36e5c86fb2004" providerId="LiveId" clId="{CBC56BFB-49FE-4F78-A531-62A6463F8778}" dt="2025-04-26T21:50:27.721" v="1268" actId="478"/>
          <ac:picMkLst>
            <pc:docMk/>
            <pc:sldMk cId="3066302353" sldId="358"/>
            <ac:picMk id="1030" creationId="{DF0AB2FD-840B-4FE0-AA67-CD2E1F4A381A}"/>
          </ac:picMkLst>
        </pc:picChg>
        <pc:picChg chg="add del mod">
          <ac:chgData name="Про Илья" userId="7eb36e5c86fb2004" providerId="LiveId" clId="{CBC56BFB-49FE-4F78-A531-62A6463F8778}" dt="2025-04-26T21:55:27.209" v="1275" actId="478"/>
          <ac:picMkLst>
            <pc:docMk/>
            <pc:sldMk cId="3066302353" sldId="358"/>
            <ac:picMk id="2050" creationId="{52462A94-51C1-4030-97EC-70B503B9F0DC}"/>
          </ac:picMkLst>
        </pc:picChg>
        <pc:picChg chg="add del mod">
          <ac:chgData name="Про Илья" userId="7eb36e5c86fb2004" providerId="LiveId" clId="{CBC56BFB-49FE-4F78-A531-62A6463F8778}" dt="2025-04-26T22:01:00.572" v="1354" actId="478"/>
          <ac:picMkLst>
            <pc:docMk/>
            <pc:sldMk cId="3066302353" sldId="358"/>
            <ac:picMk id="2052" creationId="{E800858F-A34E-4490-92FB-A4E9BEDCD939}"/>
          </ac:picMkLst>
        </pc:picChg>
        <pc:picChg chg="add mod">
          <ac:chgData name="Про Илья" userId="7eb36e5c86fb2004" providerId="LiveId" clId="{CBC56BFB-49FE-4F78-A531-62A6463F8778}" dt="2025-04-26T22:03:31.437" v="1361" actId="1076"/>
          <ac:picMkLst>
            <pc:docMk/>
            <pc:sldMk cId="3066302353" sldId="358"/>
            <ac:picMk id="2054" creationId="{78A2F886-2CDE-4109-8532-3D7BE27BDDBC}"/>
          </ac:picMkLst>
        </pc:picChg>
        <pc:cxnChg chg="del">
          <ac:chgData name="Про Илья" userId="7eb36e5c86fb2004" providerId="LiveId" clId="{CBC56BFB-49FE-4F78-A531-62A6463F8778}" dt="2025-04-26T21:50:27.721" v="1268" actId="478"/>
          <ac:cxnSpMkLst>
            <pc:docMk/>
            <pc:sldMk cId="3066302353" sldId="358"/>
            <ac:cxnSpMk id="15" creationId="{ECC123D2-16D6-4539-8A3A-26F9BFC604E6}"/>
          </ac:cxnSpMkLst>
        </pc:cxnChg>
        <pc:cxnChg chg="del">
          <ac:chgData name="Про Илья" userId="7eb36e5c86fb2004" providerId="LiveId" clId="{CBC56BFB-49FE-4F78-A531-62A6463F8778}" dt="2025-04-26T21:50:27.721" v="1268" actId="478"/>
          <ac:cxnSpMkLst>
            <pc:docMk/>
            <pc:sldMk cId="3066302353" sldId="358"/>
            <ac:cxnSpMk id="27" creationId="{7C53545F-066D-445E-9DBC-BB889BD2656A}"/>
          </ac:cxnSpMkLst>
        </pc:cxnChg>
        <pc:cxnChg chg="del">
          <ac:chgData name="Про Илья" userId="7eb36e5c86fb2004" providerId="LiveId" clId="{CBC56BFB-49FE-4F78-A531-62A6463F8778}" dt="2025-04-26T21:50:27.721" v="1268" actId="478"/>
          <ac:cxnSpMkLst>
            <pc:docMk/>
            <pc:sldMk cId="3066302353" sldId="358"/>
            <ac:cxnSpMk id="35" creationId="{EC318B40-7E62-414B-B0B7-7F483A1ABA74}"/>
          </ac:cxnSpMkLst>
        </pc:cxnChg>
      </pc:sldChg>
      <pc:sldChg chg="add del">
        <pc:chgData name="Про Илья" userId="7eb36e5c86fb2004" providerId="LiveId" clId="{CBC56BFB-49FE-4F78-A531-62A6463F8778}" dt="2025-04-26T22:10:42.305" v="1443" actId="2696"/>
        <pc:sldMkLst>
          <pc:docMk/>
          <pc:sldMk cId="3731984869" sldId="359"/>
        </pc:sldMkLst>
      </pc:sldChg>
      <pc:sldChg chg="add del">
        <pc:chgData name="Про Илья" userId="7eb36e5c86fb2004" providerId="LiveId" clId="{CBC56BFB-49FE-4F78-A531-62A6463F8778}" dt="2025-04-26T22:10:40.154" v="1442" actId="2696"/>
        <pc:sldMkLst>
          <pc:docMk/>
          <pc:sldMk cId="1278876046" sldId="360"/>
        </pc:sldMkLst>
      </pc:sldChg>
      <pc:sldChg chg="add del">
        <pc:chgData name="Про Илья" userId="7eb36e5c86fb2004" providerId="LiveId" clId="{CBC56BFB-49FE-4F78-A531-62A6463F8778}" dt="2025-04-26T22:10:37.904" v="1441" actId="2696"/>
        <pc:sldMkLst>
          <pc:docMk/>
          <pc:sldMk cId="4217128548" sldId="361"/>
        </pc:sldMkLst>
      </pc:sldChg>
      <pc:sldChg chg="addSp delSp modSp add">
        <pc:chgData name="Про Илья" userId="7eb36e5c86fb2004" providerId="LiveId" clId="{CBC56BFB-49FE-4F78-A531-62A6463F8778}" dt="2025-04-26T22:16:48.090" v="1497" actId="1076"/>
        <pc:sldMkLst>
          <pc:docMk/>
          <pc:sldMk cId="2910198657" sldId="362"/>
        </pc:sldMkLst>
        <pc:picChg chg="add del mod">
          <ac:chgData name="Про Илья" userId="7eb36e5c86fb2004" providerId="LiveId" clId="{CBC56BFB-49FE-4F78-A531-62A6463F8778}" dt="2025-04-26T22:10:49.993" v="1445" actId="478"/>
          <ac:picMkLst>
            <pc:docMk/>
            <pc:sldMk cId="2910198657" sldId="362"/>
            <ac:picMk id="2054" creationId="{78A2F886-2CDE-4109-8532-3D7BE27BDDBC}"/>
          </ac:picMkLst>
        </pc:picChg>
        <pc:picChg chg="add del mod">
          <ac:chgData name="Про Илья" userId="7eb36e5c86fb2004" providerId="LiveId" clId="{CBC56BFB-49FE-4F78-A531-62A6463F8778}" dt="2025-04-26T22:12:29.825" v="1470" actId="478"/>
          <ac:picMkLst>
            <pc:docMk/>
            <pc:sldMk cId="2910198657" sldId="362"/>
            <ac:picMk id="3074" creationId="{CC2B0012-2631-444A-ADF0-FACBCBFF145C}"/>
          </ac:picMkLst>
        </pc:picChg>
        <pc:picChg chg="add del mod">
          <ac:chgData name="Про Илья" userId="7eb36e5c86fb2004" providerId="LiveId" clId="{CBC56BFB-49FE-4F78-A531-62A6463F8778}" dt="2025-04-26T22:14:35.034" v="1476" actId="478"/>
          <ac:picMkLst>
            <pc:docMk/>
            <pc:sldMk cId="2910198657" sldId="362"/>
            <ac:picMk id="3076" creationId="{6E9852BE-7C59-43F7-9047-7B0FF4560DC7}"/>
          </ac:picMkLst>
        </pc:picChg>
        <pc:picChg chg="add del mod">
          <ac:chgData name="Про Илья" userId="7eb36e5c86fb2004" providerId="LiveId" clId="{CBC56BFB-49FE-4F78-A531-62A6463F8778}" dt="2025-04-26T22:15:52.010" v="1488" actId="478"/>
          <ac:picMkLst>
            <pc:docMk/>
            <pc:sldMk cId="2910198657" sldId="362"/>
            <ac:picMk id="3078" creationId="{8B88EC2C-0E23-4481-8280-FE70A3417956}"/>
          </ac:picMkLst>
        </pc:picChg>
        <pc:picChg chg="add del mod">
          <ac:chgData name="Про Илья" userId="7eb36e5c86fb2004" providerId="LiveId" clId="{CBC56BFB-49FE-4F78-A531-62A6463F8778}" dt="2025-04-26T22:16:33.458" v="1496" actId="478"/>
          <ac:picMkLst>
            <pc:docMk/>
            <pc:sldMk cId="2910198657" sldId="362"/>
            <ac:picMk id="3080" creationId="{EB44C446-A195-4E8B-A989-77BC89BD6B3A}"/>
          </ac:picMkLst>
        </pc:picChg>
        <pc:picChg chg="add mod">
          <ac:chgData name="Про Илья" userId="7eb36e5c86fb2004" providerId="LiveId" clId="{CBC56BFB-49FE-4F78-A531-62A6463F8778}" dt="2025-04-26T22:16:48.090" v="1497" actId="1076"/>
          <ac:picMkLst>
            <pc:docMk/>
            <pc:sldMk cId="2910198657" sldId="362"/>
            <ac:picMk id="3082" creationId="{85F6C182-6B10-42AD-81A2-D7D51FD66C1C}"/>
          </ac:picMkLst>
        </pc:picChg>
      </pc:sldChg>
      <pc:sldChg chg="addSp delSp modSp add modNotesTx">
        <pc:chgData name="Про Илья" userId="7eb36e5c86fb2004" providerId="LiveId" clId="{CBC56BFB-49FE-4F78-A531-62A6463F8778}" dt="2025-04-27T10:45:00.943" v="2064"/>
        <pc:sldMkLst>
          <pc:docMk/>
          <pc:sldMk cId="745360067" sldId="363"/>
        </pc:sldMkLst>
        <pc:picChg chg="add del mod">
          <ac:chgData name="Про Илья" userId="7eb36e5c86fb2004" providerId="LiveId" clId="{CBC56BFB-49FE-4F78-A531-62A6463F8778}" dt="2025-04-27T10:45:00.943" v="2064"/>
          <ac:picMkLst>
            <pc:docMk/>
            <pc:sldMk cId="745360067" sldId="363"/>
            <ac:picMk id="9" creationId="{A67FF14E-D726-44A8-B985-DD6698CFBC8B}"/>
          </ac:picMkLst>
        </pc:picChg>
        <pc:picChg chg="add del mod">
          <ac:chgData name="Про Илья" userId="7eb36e5c86fb2004" providerId="LiveId" clId="{CBC56BFB-49FE-4F78-A531-62A6463F8778}" dt="2025-04-27T10:45:00.151" v="2063" actId="14100"/>
          <ac:picMkLst>
            <pc:docMk/>
            <pc:sldMk cId="745360067" sldId="363"/>
            <ac:picMk id="3074" creationId="{CC2B0012-2631-444A-ADF0-FACBCBFF145C}"/>
          </ac:picMkLst>
        </pc:picChg>
      </pc:sldChg>
      <pc:sldChg chg="add modNotesTx">
        <pc:chgData name="Про Илья" userId="7eb36e5c86fb2004" providerId="LiveId" clId="{CBC56BFB-49FE-4F78-A531-62A6463F8778}" dt="2025-04-26T22:19:04.157" v="1662" actId="20577"/>
        <pc:sldMkLst>
          <pc:docMk/>
          <pc:sldMk cId="2028493657" sldId="364"/>
        </pc:sldMkLst>
      </pc:sldChg>
      <pc:sldChg chg="add modNotesTx">
        <pc:chgData name="Про Илья" userId="7eb36e5c86fb2004" providerId="LiveId" clId="{CBC56BFB-49FE-4F78-A531-62A6463F8778}" dt="2025-04-26T22:18:10.875" v="1593" actId="20577"/>
        <pc:sldMkLst>
          <pc:docMk/>
          <pc:sldMk cId="178412603" sldId="365"/>
        </pc:sldMkLst>
      </pc:sldChg>
      <pc:sldChg chg="add modNotesTx">
        <pc:chgData name="Про Илья" userId="7eb36e5c86fb2004" providerId="LiveId" clId="{CBC56BFB-49FE-4F78-A531-62A6463F8778}" dt="2025-04-26T22:17:43.939" v="1557" actId="20577"/>
        <pc:sldMkLst>
          <pc:docMk/>
          <pc:sldMk cId="349359054" sldId="366"/>
        </pc:sldMkLst>
      </pc:sldChg>
      <pc:sldChg chg="delSp modSp add mod modNotesTx">
        <pc:chgData name="Про Илья" userId="7eb36e5c86fb2004" providerId="LiveId" clId="{CBC56BFB-49FE-4F78-A531-62A6463F8778}" dt="2025-04-27T15:40:33.531" v="2281" actId="14100"/>
        <pc:sldMkLst>
          <pc:docMk/>
          <pc:sldMk cId="2770134638" sldId="367"/>
        </pc:sldMkLst>
        <pc:spChg chg="mod">
          <ac:chgData name="Про Илья" userId="7eb36e5c86fb2004" providerId="LiveId" clId="{CBC56BFB-49FE-4F78-A531-62A6463F8778}" dt="2025-04-27T15:40:33.531" v="2281" actId="14100"/>
          <ac:spMkLst>
            <pc:docMk/>
            <pc:sldMk cId="2770134638" sldId="367"/>
            <ac:spMk id="2" creationId="{82D91D4C-C8B0-4D40-BF7B-807F89F4E101}"/>
          </ac:spMkLst>
        </pc:spChg>
        <pc:spChg chg="del">
          <ac:chgData name="Про Илья" userId="7eb36e5c86fb2004" providerId="LiveId" clId="{CBC56BFB-49FE-4F78-A531-62A6463F8778}" dt="2025-04-27T11:02:34.879" v="2130" actId="478"/>
          <ac:spMkLst>
            <pc:docMk/>
            <pc:sldMk cId="2770134638" sldId="367"/>
            <ac:spMk id="10" creationId="{59CA1FF7-02E2-4A8C-89F8-AA40DB432A09}"/>
          </ac:spMkLst>
        </pc:spChg>
      </pc:sldChg>
      <pc:sldChg chg="delSp add mod modNotesTx">
        <pc:chgData name="Про Илья" userId="7eb36e5c86fb2004" providerId="LiveId" clId="{CBC56BFB-49FE-4F78-A531-62A6463F8778}" dt="2025-04-27T11:02:25.727" v="2128" actId="20577"/>
        <pc:sldMkLst>
          <pc:docMk/>
          <pc:sldMk cId="1937527709" sldId="368"/>
        </pc:sldMkLst>
        <pc:spChg chg="del">
          <ac:chgData name="Про Илья" userId="7eb36e5c86fb2004" providerId="LiveId" clId="{CBC56BFB-49FE-4F78-A531-62A6463F8778}" dt="2025-04-27T11:02:17.078" v="2126" actId="478"/>
          <ac:spMkLst>
            <pc:docMk/>
            <pc:sldMk cId="1937527709" sldId="368"/>
            <ac:spMk id="2" creationId="{82D91D4C-C8B0-4D40-BF7B-807F89F4E101}"/>
          </ac:spMkLst>
        </pc:spChg>
      </pc:sldChg>
      <pc:sldChg chg="add ord modNotesTx">
        <pc:chgData name="Про Илья" userId="7eb36e5c86fb2004" providerId="LiveId" clId="{CBC56BFB-49FE-4F78-A531-62A6463F8778}" dt="2025-04-27T11:03:33.080" v="2157" actId="114"/>
        <pc:sldMkLst>
          <pc:docMk/>
          <pc:sldMk cId="563932213" sldId="3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CE1C55D1-C9DC-4781-8639-19459ED7AB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F4C4D310-4521-4828-BBFA-1EA3B282E9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5AC53-0417-4E0C-9878-3E1FDF6680D9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FA8ECF7A-6268-48AE-9296-810EC55574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9F0F7B57-6C7F-460B-883C-517C498700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FD0B0-7997-497D-AEFA-8D56B4ADA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566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&lt;верхний колонтитул&gt;</a:t>
            </a:r>
          </a:p>
        </p:txBody>
      </p:sp>
      <p:sp>
        <p:nvSpPr>
          <p:cNvPr id="12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  <p:sp>
        <p:nvSpPr>
          <p:cNvPr id="13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13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561C9B8F-F0FC-4913-8182-42E0953B3031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36004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561C9B8F-F0FC-4913-8182-42E0953B3031}" type="slidenum">
              <a:rPr lang="ru-RU" sz="1400" b="0" strike="noStrike" spc="-1" smtClean="0">
                <a:latin typeface="Times New Roman"/>
              </a:rPr>
              <a:t>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1025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561C9B8F-F0FC-4913-8182-42E0953B3031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753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711130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495146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495146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561C9B8F-F0FC-4913-8182-42E0953B3031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102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755320" y="2971080"/>
            <a:ext cx="6436440" cy="911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6436440" cy="525240"/>
          </a:xfrm>
          <a:prstGeom prst="rect">
            <a:avLst/>
          </a:prstGeom>
        </p:spPr>
        <p:txBody>
          <a:bodyPr lIns="0" tIns="0" rIns="0" bIns="0">
            <a:normAutofit fontScale="7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79315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101077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7553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79315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101077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20E7937-1071-BFB0-5828-D1F5A0613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746" y="3314442"/>
            <a:ext cx="7957351" cy="624719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072DE9B0-F365-97B7-20DC-6721F9217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746" y="4171493"/>
            <a:ext cx="6478170" cy="774653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7D41184-612D-D95C-730B-AABCC324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3FC32-FFD0-50A2-80A6-6A57E994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650CF15-9E75-9990-ED70-AED8BFCD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AB87A915-EF1A-A8AB-C484-7570528558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2170" y="0"/>
            <a:ext cx="4189830" cy="68405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BEECCECF-B268-1243-DA6A-390B98675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994" y="17462"/>
            <a:ext cx="2332724" cy="122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80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ED0FECEC-1DFC-6291-4110-071435524556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C6D8D240-1256-265F-F547-DE3EB241A0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57B7E452-465F-32D1-56E9-4DE00CE094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9E075FC-2A16-2C04-E3BC-7A03618D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5522"/>
            <a:ext cx="4497280" cy="785166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ECC10E5-A487-AE12-835C-B9067602C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73189"/>
            <a:ext cx="9761738" cy="430377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2885523-EC3A-51F1-8266-F091AAF0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FB72E4F-F7C8-96C8-D1F6-171E5088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4ED80B9-A3B0-854E-88F4-0C0AC020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41CCEADD-1EE9-0DE8-5403-73206C415A87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957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rgbClr val="6D6D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4AED9AF-DF97-56F5-736A-6B4A78A1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278" y="3320249"/>
            <a:ext cx="6933460" cy="710214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59A73AE-3E50-CCFA-1ECC-21FE27757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278" y="4225478"/>
            <a:ext cx="6933460" cy="150018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3A10A91C-929C-31AB-9812-29B3C51D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71D6262A-388A-FEF0-55B7-265F46BCC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17B9382-61FE-43A7-AABE-8D7534E6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89DD2E5F-39C9-6777-2122-0B36759BA3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2170" y="17462"/>
            <a:ext cx="4189830" cy="68405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91C90C2-AD7C-050A-23E3-0643C23003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994" y="17462"/>
            <a:ext cx="2332724" cy="122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01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5E8EB357-1031-E68D-4614-8F163B3509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868A50B9-9559-6D2A-FF46-EB06CBA7E4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09C04EC-B5B5-59A6-B092-8346E7F2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9804538" cy="82391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778A38EA-4575-DC85-4EF8-3F90B9DAE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4721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FC3BB7C5-BD97-1B30-6C64-C9AD10B37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4472126" cy="36845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1258BBD3-D22B-1B26-F8CF-5926ACEDF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44721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D11BD168-E088-2F17-4F52-40DC29867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472126" cy="36845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68F2B38F-69F9-6E32-A619-0BD24FF4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579AA1A8-33CB-B767-D0D8-D4222B33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52CDDBA1-B0CF-A6E7-08B5-A6E3FFBA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1526660D-45EE-5AC7-337F-0C660018231B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Slide Number Placeholder 5">
            <a:extLst>
              <a:ext uri="{FF2B5EF4-FFF2-40B4-BE49-F238E27FC236}">
                <a16:creationId xmlns="" xmlns:a16="http://schemas.microsoft.com/office/drawing/2014/main" id="{7E17FBD6-7FA3-85D1-C413-946D75D93B67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491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385C0BD-B9F4-AE9A-247D-8984D2793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AC5E304-8D7E-CC65-DAA7-4261A4829E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9BE6A6E-8CA7-2744-2D1F-51304F0B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267" y="730559"/>
            <a:ext cx="4692588" cy="958964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DC062F1-6049-4A63-F257-248D79475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267" y="1824460"/>
            <a:ext cx="4692588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980F6949-9AE5-340A-A114-E978FB311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3518" y="1824460"/>
            <a:ext cx="4692588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012E5395-E997-60A4-45A1-F5CA8EED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559D8332-41D5-D8D7-29BC-C40091CA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EC415602-F624-AB5D-1EE5-3BD87488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841642A2-E632-D08A-0E94-A4D447AFB91F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="" xmlns:a16="http://schemas.microsoft.com/office/drawing/2014/main" id="{B2D90C50-1726-36A3-DDA7-03E342887C13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1157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FC1472A-8196-92FF-2C90-A0D6D4EF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67" y="3420269"/>
            <a:ext cx="6601288" cy="749655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57D4AFAA-63EE-FB78-B956-5D1FC8D3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60EDA80-389C-D322-97F8-D57CCBA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4E836DCA-2A23-617B-129A-33C43E12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882510A-4D30-3877-BDB3-7BBE679D7F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2170" y="0"/>
            <a:ext cx="4189830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96469756-5E4E-D647-1AF7-86F0EA54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71" y="0"/>
            <a:ext cx="2349063" cy="129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40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C30B0C16-EF3E-808D-2F2C-D9B4EAFE3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2E0A5C9A-C6DE-3035-C349-50FCEFCE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23D28FED-056C-A6BD-BDCA-59DDAE66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F98432C3-F2C0-1D4B-5F7D-2C2623CD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E3CA2B34-D4BA-42FA-5774-B8E374CBF1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2024F1F1-D026-9554-08F6-37AF341B1B96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2A91B46D-6314-D102-2A94-4BC484C4CB82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1436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189657CE-E7BE-A4E6-20ED-1AF1A5CAC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BBAF2615-5C96-B88B-FC1F-AF03782D4B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A44CD04-D09E-E7D9-5045-9685C111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6378629-6E93-AF14-32B7-E8EA16004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34505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2EDD4877-DE7A-59BD-AA2F-30F714649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2DBCC343-63C9-F99E-E1BC-8AFD4F1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761E0948-327A-7537-6EE0-91C8CC5B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0051B7C-F11A-F65C-E598-458A063E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2041DB10-EEC7-1FFC-1EAA-1B78CA3FE85D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37147F77-D912-B3C2-68A0-25DAFF309AAF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273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1756A5B9-72C3-F9DF-3AA7-24DD3B7D28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C604803E-3C4F-8FDF-4547-52E112F96B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8D09C88-B8F7-8AFB-59AA-A3117512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37370"/>
            <a:ext cx="3932237" cy="102003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1BCE9974-8903-5DCE-8805-22C1ADE7E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37370"/>
            <a:ext cx="5603181" cy="48236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688BB35B-D9DA-819E-11FF-A29F10558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078727C9-2D22-799E-4399-79DB2EBC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6538C080-A228-CEFB-60B2-3F7A4834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02494BB3-BB43-3510-21A4-0FA31D12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5F5DBBE2-7282-BCA7-C5F0-F468BC0031EF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23561B65-84BE-A74D-AC37-344EFD17A207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659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EFF0BD0-5401-D4C5-0A2E-25241757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FF3C233C-05CD-45D7-5828-9C8421039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35037A8-DD2B-4CC3-951E-BD85C792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E5967964-38FD-CCCC-B2CB-D62DF453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DE16F712-06EE-A597-4F2A-8685FA7B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187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93E24DE8-3626-F45B-2C2B-44778181B1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FB065520-2EB4-A4A8-84CC-8A72B6CD3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F7F233E0-D0D1-A854-68AF-1FE93923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43303603-C954-AAE0-AC6F-7EB4BD34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5B97AC6-A762-D85C-3258-35B2F342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76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98294BE0-D151-463F-BC52-60BC4C1F6494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t>28.05.2025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F0A5624-7E8D-4815-917F-C152E28D75D3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BD366CF-F812-6A9B-00F4-ED498861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A6A6479B-8BAA-F574-0FAF-6DA6EB3D4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8D326ED-5EF6-4354-2C7B-90F76DE73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4DFBC3F0-B88C-25B9-4A69-8E20739F8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AB7E20EA-848B-E47F-C004-83DE6EA5F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47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1C796009-8C0B-435A-9157-E9E29A248213}"/>
              </a:ext>
            </a:extLst>
          </p:cNvPr>
          <p:cNvSpPr/>
          <p:nvPr/>
        </p:nvSpPr>
        <p:spPr>
          <a:xfrm>
            <a:off x="37054" y="0"/>
            <a:ext cx="2438400" cy="120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070DF9A4-D254-47BB-BBA2-D0DFF8232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4211" y="2796178"/>
            <a:ext cx="8749554" cy="1032568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656722">
              <a:defRPr sz="2016">
                <a:solidFill>
                  <a:srgbClr val="000000"/>
                </a:solidFill>
              </a:defRPr>
            </a:lvl1pPr>
          </a:lstStyle>
          <a:p>
            <a:r>
              <a:rPr lang="ru-RU" cap="all" dirty="0" smtClean="0">
                <a:solidFill>
                  <a:schemeClr val="tx1"/>
                </a:solidFill>
              </a:rPr>
              <a:t>«</a:t>
            </a:r>
            <a:r>
              <a:rPr lang="ru-RU" dirty="0">
                <a:solidFill>
                  <a:schemeClr val="tx1"/>
                </a:solidFill>
              </a:rPr>
              <a:t>Прогнозирование эффективности контента спортивного сообщества на платформе VK с помощью методов машинного </a:t>
            </a:r>
            <a:r>
              <a:rPr lang="ru-RU" dirty="0" smtClean="0">
                <a:solidFill>
                  <a:schemeClr val="tx1"/>
                </a:solidFill>
              </a:rPr>
              <a:t>обучения</a:t>
            </a:r>
            <a:r>
              <a:rPr lang="ru-RU" cap="all" dirty="0" smtClean="0">
                <a:solidFill>
                  <a:schemeClr val="tx1"/>
                </a:solidFill>
              </a:rPr>
              <a:t>»</a:t>
            </a:r>
            <a:endParaRPr lang="ru-RU" cap="all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5D09B449-DFE3-4089-A6EC-9F0200E11604}"/>
              </a:ext>
            </a:extLst>
          </p:cNvPr>
          <p:cNvSpPr txBox="1">
            <a:spLocks/>
          </p:cNvSpPr>
          <p:nvPr/>
        </p:nvSpPr>
        <p:spPr>
          <a:xfrm>
            <a:off x="1192396" y="5069874"/>
            <a:ext cx="9813184" cy="698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Обучающийся: </a:t>
            </a:r>
            <a:r>
              <a:rPr lang="ru-RU" sz="1800" dirty="0" smtClean="0"/>
              <a:t>Бондаренко Григорий Александрович</a:t>
            </a:r>
            <a:endParaRPr lang="ru-RU" sz="1800" dirty="0"/>
          </a:p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Руководитель ВКР: кандидат технических наук</a:t>
            </a:r>
            <a:r>
              <a:rPr lang="en-US" sz="1800" dirty="0"/>
              <a:t>,</a:t>
            </a:r>
            <a:r>
              <a:rPr lang="ru-RU" sz="1800" dirty="0"/>
              <a:t> доцент Амелькин Сергей Анатольевич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8ACBBD59-F238-4089-9FD1-C1A3C5956F96}"/>
              </a:ext>
            </a:extLst>
          </p:cNvPr>
          <p:cNvSpPr txBox="1"/>
          <p:nvPr/>
        </p:nvSpPr>
        <p:spPr>
          <a:xfrm>
            <a:off x="5088670" y="5956477"/>
            <a:ext cx="2020637" cy="405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430317" hangingPunct="0">
              <a:defRPr b="1"/>
            </a:pPr>
            <a:r>
              <a:rPr sz="1318" b="1" kern="0" dirty="0" err="1">
                <a:latin typeface="Arial"/>
                <a:cs typeface="Arial"/>
                <a:sym typeface="Arial"/>
              </a:rPr>
              <a:t>Москва</a:t>
            </a:r>
            <a:r>
              <a:rPr sz="1318" b="1" kern="0" dirty="0">
                <a:latin typeface="Arial"/>
                <a:cs typeface="Arial"/>
                <a:sym typeface="Arial"/>
              </a:rPr>
              <a:t> </a:t>
            </a:r>
          </a:p>
          <a:p>
            <a:pPr algn="ctr" defTabSz="430317" hangingPunct="0">
              <a:defRPr b="1"/>
            </a:pPr>
            <a:r>
              <a:rPr sz="1318" b="1" kern="0" dirty="0">
                <a:latin typeface="Arial"/>
                <a:cs typeface="Arial"/>
                <a:sym typeface="Arial"/>
              </a:rPr>
              <a:t>202</a:t>
            </a:r>
            <a:r>
              <a:rPr lang="ru-RU" sz="1318" b="1" kern="0" dirty="0">
                <a:latin typeface="Arial"/>
                <a:cs typeface="Arial"/>
                <a:sym typeface="Arial"/>
              </a:rPr>
              <a:t>5</a:t>
            </a:r>
            <a:endParaRPr sz="1318" b="1" kern="0" dirty="0">
              <a:latin typeface="Arial"/>
              <a:cs typeface="Arial"/>
              <a:sym typeface="Arial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="" xmlns:a16="http://schemas.microsoft.com/office/drawing/2014/main" id="{C27EAE04-0F03-4A70-9E76-EB6F9424D75C}"/>
              </a:ext>
            </a:extLst>
          </p:cNvPr>
          <p:cNvSpPr txBox="1"/>
          <p:nvPr/>
        </p:nvSpPr>
        <p:spPr>
          <a:xfrm>
            <a:off x="43030" y="370999"/>
            <a:ext cx="12111916" cy="247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Федеральное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государственное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бюджетное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образовательное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учреждение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высшего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образования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 «</a:t>
            </a:r>
            <a:r>
              <a:rPr sz="1412" kern="0" dirty="0">
                <a:latin typeface="Arial"/>
                <a:cs typeface="Arial"/>
                <a:sym typeface="Arial"/>
              </a:rPr>
              <a:t>РОССИЙСКАЯ АКАДЕМИЯ НАРОДНОГО ХОЗЯЙСТВА и ГОСУДАРСТВЕННОЙ СЛУЖБЫ </a:t>
            </a:r>
            <a:r>
              <a:rPr sz="1412" kern="0" dirty="0" err="1">
                <a:latin typeface="Arial"/>
                <a:cs typeface="Arial"/>
                <a:sym typeface="Arial"/>
              </a:rPr>
              <a:t>при</a:t>
            </a:r>
            <a:r>
              <a:rPr sz="1412" kern="0" dirty="0">
                <a:latin typeface="Arial"/>
                <a:cs typeface="Arial"/>
                <a:sym typeface="Arial"/>
              </a:rPr>
              <a:t> ПРЕЗИДЕНТЕ РОССИЙСКОЙ ФЕДЕРАЦИИ</a:t>
            </a:r>
            <a:r>
              <a:rPr lang="ru-RU" sz="1412" kern="0" dirty="0">
                <a:latin typeface="Arial"/>
                <a:cs typeface="Arial"/>
                <a:sym typeface="Arial"/>
              </a:rPr>
              <a:t>»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Институт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экономики</a:t>
            </a:r>
            <a:r>
              <a:rPr sz="1412" kern="0" dirty="0">
                <a:latin typeface="Arial"/>
                <a:cs typeface="Arial"/>
                <a:sym typeface="Arial"/>
              </a:rPr>
              <a:t>, </a:t>
            </a:r>
            <a:r>
              <a:rPr sz="1412" kern="0" dirty="0" err="1">
                <a:latin typeface="Arial"/>
                <a:cs typeface="Arial"/>
                <a:sym typeface="Arial"/>
              </a:rPr>
              <a:t>математики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Факультет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данных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Кафедра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системного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информатики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ИНДИВИДУАЛЬНЫЙ ЦИФРОВОЙ ПРОЕКТ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на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тему</a:t>
            </a:r>
            <a:r>
              <a:rPr sz="1412" kern="0" dirty="0">
                <a:latin typeface="Arial"/>
                <a:cs typeface="Arial"/>
                <a:sym typeface="Arial"/>
              </a:rPr>
              <a:t>: 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="" xmlns:a16="http://schemas.microsoft.com/office/drawing/2014/main" id="{3385C2F6-707C-4591-B5D2-BE6E939DB36B}"/>
              </a:ext>
            </a:extLst>
          </p:cNvPr>
          <p:cNvSpPr txBox="1"/>
          <p:nvPr/>
        </p:nvSpPr>
        <p:spPr>
          <a:xfrm>
            <a:off x="3092080" y="3877042"/>
            <a:ext cx="6013815" cy="101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Направление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подготовки</a:t>
            </a:r>
            <a:r>
              <a:rPr sz="1506" kern="0" dirty="0">
                <a:latin typeface="Arial"/>
                <a:cs typeface="Arial"/>
                <a:sym typeface="Arial"/>
              </a:rPr>
              <a:t>: 09.03.03 </a:t>
            </a:r>
            <a:r>
              <a:rPr sz="1506" kern="0" dirty="0" err="1">
                <a:latin typeface="Arial"/>
                <a:cs typeface="Arial"/>
                <a:sym typeface="Arial"/>
              </a:rPr>
              <a:t>Прикладная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информатика</a:t>
            </a:r>
            <a:endParaRPr sz="1506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Направленность</a:t>
            </a:r>
            <a:r>
              <a:rPr sz="1506" kern="0" dirty="0">
                <a:latin typeface="Arial"/>
                <a:cs typeface="Arial"/>
                <a:sym typeface="Arial"/>
              </a:rPr>
              <a:t> (</a:t>
            </a:r>
            <a:r>
              <a:rPr sz="1506" kern="0" dirty="0" err="1">
                <a:latin typeface="Arial"/>
                <a:cs typeface="Arial"/>
                <a:sym typeface="Arial"/>
              </a:rPr>
              <a:t>профиль</a:t>
            </a:r>
            <a:r>
              <a:rPr sz="1506" kern="0" dirty="0">
                <a:latin typeface="Arial"/>
                <a:cs typeface="Arial"/>
                <a:sym typeface="Arial"/>
              </a:rPr>
              <a:t>) </a:t>
            </a:r>
            <a:r>
              <a:rPr sz="1506" kern="0" dirty="0" err="1">
                <a:latin typeface="Arial"/>
                <a:cs typeface="Arial"/>
                <a:sym typeface="Arial"/>
              </a:rPr>
              <a:t>образовательной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программы</a:t>
            </a:r>
            <a:r>
              <a:rPr sz="1506" kern="0" dirty="0">
                <a:latin typeface="Arial"/>
                <a:cs typeface="Arial"/>
                <a:sym typeface="Arial"/>
              </a:rPr>
              <a:t>: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«</a:t>
            </a:r>
            <a:r>
              <a:rPr lang="ru-RU" sz="1506" kern="0" dirty="0">
                <a:latin typeface="Arial"/>
                <a:cs typeface="Arial"/>
                <a:sym typeface="Arial"/>
              </a:rPr>
              <a:t>Анализ данных</a:t>
            </a:r>
            <a:r>
              <a:rPr sz="1506" kern="0" dirty="0">
                <a:latin typeface="Arial"/>
                <a:cs typeface="Arial"/>
                <a:sym typeface="Arial"/>
              </a:rPr>
              <a:t>»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(</a:t>
            </a:r>
            <a:r>
              <a:rPr sz="1506" kern="0" dirty="0" err="1">
                <a:latin typeface="Arial"/>
                <a:cs typeface="Arial"/>
                <a:sym typeface="Arial"/>
              </a:rPr>
              <a:t>очная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форма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обучения</a:t>
            </a:r>
            <a:r>
              <a:rPr sz="1506" kern="0" dirty="0">
                <a:latin typeface="Arial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042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12B31FEA-D47F-40B6-911B-35EEEEECF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90835" y="1675703"/>
            <a:ext cx="751114" cy="751114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="" xmlns:a16="http://schemas.microsoft.com/office/drawing/2014/main" id="{51238122-F6C4-429A-878A-3BAC0AD1A244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>
                <a:solidFill>
                  <a:srgbClr val="A30236"/>
                </a:solidFill>
                <a:cs typeface="Times New Roman" panose="02020603050405020304" pitchFamily="18" charset="0"/>
              </a:rPr>
              <a:t>Актуальность темы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="" xmlns:a16="http://schemas.microsoft.com/office/drawing/2014/main" id="{8561A85D-0ADE-4364-8E86-5A1DC2139BD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0A3426B-D647-44FB-B0C3-470999A1FFAD}"/>
              </a:ext>
            </a:extLst>
          </p:cNvPr>
          <p:cNvSpPr txBox="1"/>
          <p:nvPr/>
        </p:nvSpPr>
        <p:spPr>
          <a:xfrm>
            <a:off x="1174607" y="1688152"/>
            <a:ext cx="106265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Актуальность темы обусловлена стремительным ростом цифровых медиа и необходимостью использования интеллектуальных инструментов для оценки и повышения эффективности контента. Особенно это важно в условиях высокой конкуренции за внимание пользователей в социальных сетях, таких как VK.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EE801316-E75F-4195-9E17-8B40B2C53B5F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2</a:t>
            </a:fld>
            <a:endParaRPr lang="ru-RU" dirty="0"/>
          </a:p>
        </p:txBody>
      </p:sp>
      <p:sp>
        <p:nvSpPr>
          <p:cNvPr id="11" name="Стрелка: шеврон 10">
            <a:extLst>
              <a:ext uri="{FF2B5EF4-FFF2-40B4-BE49-F238E27FC236}">
                <a16:creationId xmlns="" xmlns:a16="http://schemas.microsoft.com/office/drawing/2014/main" id="{3075AC21-D0FF-4579-97E7-52203C482C00}"/>
              </a:ext>
            </a:extLst>
          </p:cNvPr>
          <p:cNvSpPr/>
          <p:nvPr/>
        </p:nvSpPr>
        <p:spPr>
          <a:xfrm>
            <a:off x="2627581" y="5391209"/>
            <a:ext cx="9311179" cy="1277589"/>
          </a:xfrm>
          <a:prstGeom prst="chevron">
            <a:avLst>
              <a:gd name="adj" fmla="val 25185"/>
            </a:avLst>
          </a:prstGeom>
          <a:ln w="12700"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dirty="0" smtClean="0"/>
              <a:t>Методы </a:t>
            </a:r>
            <a:r>
              <a:rPr lang="ru-RU" sz="1600" dirty="0"/>
              <a:t>машинного обучения для прогнозирования метрик </a:t>
            </a:r>
            <a:r>
              <a:rPr lang="ru-RU" sz="1600" dirty="0" err="1"/>
              <a:t>вовлечённости</a:t>
            </a:r>
            <a:r>
              <a:rPr lang="ru-RU" sz="1600" dirty="0"/>
              <a:t> публикаций.</a:t>
            </a:r>
          </a:p>
        </p:txBody>
      </p:sp>
      <p:sp>
        <p:nvSpPr>
          <p:cNvPr id="12" name="Стрелка: шеврон 11">
            <a:extLst>
              <a:ext uri="{FF2B5EF4-FFF2-40B4-BE49-F238E27FC236}">
                <a16:creationId xmlns="" xmlns:a16="http://schemas.microsoft.com/office/drawing/2014/main" id="{3EF437D9-1BC1-4F05-B6B4-A9DE7BB17E4E}"/>
              </a:ext>
            </a:extLst>
          </p:cNvPr>
          <p:cNvSpPr/>
          <p:nvPr/>
        </p:nvSpPr>
        <p:spPr>
          <a:xfrm>
            <a:off x="2625177" y="3983808"/>
            <a:ext cx="9314187" cy="1277589"/>
          </a:xfrm>
          <a:prstGeom prst="chevron">
            <a:avLst>
              <a:gd name="adj" fmla="val 25185"/>
            </a:avLst>
          </a:prstGeom>
          <a:ln w="12700"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cs typeface="Times New Roman" panose="02020603050405020304" pitchFamily="18" charset="0"/>
              </a:rPr>
              <a:t>Процессы </a:t>
            </a:r>
            <a:r>
              <a:rPr lang="ru-RU" sz="2000" dirty="0" smtClean="0">
                <a:cs typeface="Times New Roman" panose="02020603050405020304" pitchFamily="18" charset="0"/>
              </a:rPr>
              <a:t>деятельности и </a:t>
            </a:r>
            <a:r>
              <a:rPr lang="ru-RU" sz="2000" dirty="0"/>
              <a:t>взаимодействие спортивного сообщества и его аудитории </a:t>
            </a:r>
            <a:r>
              <a:rPr lang="ru-RU" sz="2000" dirty="0" smtClean="0"/>
              <a:t>в социальной сети </a:t>
            </a:r>
            <a:r>
              <a:rPr lang="ru-RU" sz="2000" dirty="0"/>
              <a:t>VK.</a:t>
            </a:r>
            <a:endParaRPr lang="ru-RU" sz="2000" dirty="0">
              <a:cs typeface="Times New Roman" panose="02020603050405020304" pitchFamily="18" charset="0"/>
            </a:endParaRPr>
          </a:p>
        </p:txBody>
      </p:sp>
      <p:sp>
        <p:nvSpPr>
          <p:cNvPr id="13" name="Стрелка: пятиугольник 12">
            <a:extLst>
              <a:ext uri="{FF2B5EF4-FFF2-40B4-BE49-F238E27FC236}">
                <a16:creationId xmlns="" xmlns:a16="http://schemas.microsoft.com/office/drawing/2014/main" id="{B060A6BF-6EBE-4D5F-8B5E-1BEA67CAF36D}"/>
              </a:ext>
            </a:extLst>
          </p:cNvPr>
          <p:cNvSpPr/>
          <p:nvPr/>
        </p:nvSpPr>
        <p:spPr>
          <a:xfrm>
            <a:off x="252635" y="3983808"/>
            <a:ext cx="2570479" cy="1277589"/>
          </a:xfrm>
          <a:prstGeom prst="homePlate">
            <a:avLst>
              <a:gd name="adj" fmla="val 25170"/>
            </a:avLst>
          </a:prstGeom>
          <a:solidFill>
            <a:srgbClr val="A30236"/>
          </a:solidFill>
          <a:ln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cs typeface="Times New Roman" panose="02020603050405020304" pitchFamily="18" charset="0"/>
              </a:rPr>
              <a:t>Объект исследования</a:t>
            </a:r>
          </a:p>
        </p:txBody>
      </p:sp>
      <p:sp>
        <p:nvSpPr>
          <p:cNvPr id="14" name="Стрелка: пятиугольник 13">
            <a:extLst>
              <a:ext uri="{FF2B5EF4-FFF2-40B4-BE49-F238E27FC236}">
                <a16:creationId xmlns="" xmlns:a16="http://schemas.microsoft.com/office/drawing/2014/main" id="{03B81A72-1B78-431C-B2DC-A2DF288BBDBD}"/>
              </a:ext>
            </a:extLst>
          </p:cNvPr>
          <p:cNvSpPr/>
          <p:nvPr/>
        </p:nvSpPr>
        <p:spPr>
          <a:xfrm>
            <a:off x="253240" y="5391209"/>
            <a:ext cx="2570479" cy="1277589"/>
          </a:xfrm>
          <a:prstGeom prst="homePlate">
            <a:avLst>
              <a:gd name="adj" fmla="val 25170"/>
            </a:avLst>
          </a:prstGeom>
          <a:solidFill>
            <a:srgbClr val="A30236"/>
          </a:solidFill>
          <a:ln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cs typeface="Times New Roman" panose="02020603050405020304" pitchFamily="18" charset="0"/>
              </a:rPr>
              <a:t>Предмет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77369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AC2EEFC-444A-44A5-AAC1-C95A6D5C1B4E}"/>
              </a:ext>
            </a:extLst>
          </p:cNvPr>
          <p:cNvSpPr txBox="1"/>
          <p:nvPr/>
        </p:nvSpPr>
        <p:spPr>
          <a:xfrm>
            <a:off x="2969941" y="1690636"/>
            <a:ext cx="6647935" cy="1270487"/>
          </a:xfrm>
          <a:prstGeom prst="rect">
            <a:avLst/>
          </a:prstGeom>
          <a:noFill/>
          <a:ln w="25400">
            <a:solidFill>
              <a:srgbClr val="A30236"/>
            </a:solidFill>
          </a:ln>
        </p:spPr>
        <p:txBody>
          <a:bodyPr wrap="square" lIns="180000" tIns="180000" rIns="180000" bIns="180000" rtlCol="0" anchor="ctr" anchorCtr="0">
            <a:noAutofit/>
          </a:bodyPr>
          <a:lstStyle/>
          <a:p>
            <a:pPr>
              <a:spcAft>
                <a:spcPts val="1800"/>
              </a:spcAft>
            </a:pPr>
            <a:endParaRPr lang="ru-RU" sz="1600"/>
          </a:p>
        </p:txBody>
      </p:sp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338C424-F274-4671-A5C0-611F7B4C98B3}"/>
              </a:ext>
            </a:extLst>
          </p:cNvPr>
          <p:cNvSpPr txBox="1"/>
          <p:nvPr/>
        </p:nvSpPr>
        <p:spPr>
          <a:xfrm>
            <a:off x="3892804" y="1790044"/>
            <a:ext cx="557679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ru-RU" sz="1600" b="1" dirty="0">
                <a:cs typeface="Times New Roman" panose="02020603050405020304" pitchFamily="18" charset="0"/>
              </a:rPr>
              <a:t>Цель</a:t>
            </a:r>
            <a:r>
              <a:rPr lang="en-US" sz="1600" b="1" dirty="0">
                <a:cs typeface="Times New Roman" panose="02020603050405020304" pitchFamily="18" charset="0"/>
              </a:rPr>
              <a:t>: </a:t>
            </a:r>
            <a:r>
              <a:rPr lang="ru-RU" sz="1600" dirty="0"/>
              <a:t>разработать модель, прогнозирующую количество </a:t>
            </a:r>
            <a:r>
              <a:rPr lang="ru-RU" sz="1600" dirty="0" err="1"/>
              <a:t>лайков</a:t>
            </a:r>
            <a:r>
              <a:rPr lang="ru-RU" sz="1600" dirty="0"/>
              <a:t> и просмотров постов, и реализовать её в виде консольного приложения.</a:t>
            </a:r>
            <a:endParaRPr lang="ru-RU" sz="1600" dirty="0"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F0A1F3F6-C669-4596-8B0A-9287EA870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560" y="1880317"/>
            <a:ext cx="555625" cy="5556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="" xmlns:a16="http://schemas.microsoft.com/office/drawing/2014/main" id="{88EFFD05-D236-484C-B9DA-62BF5E26E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6" y="3350943"/>
            <a:ext cx="524385" cy="6448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03747B4C-685E-4CC4-96FB-B4E49CDCB50F}"/>
              </a:ext>
            </a:extLst>
          </p:cNvPr>
          <p:cNvSpPr txBox="1"/>
          <p:nvPr/>
        </p:nvSpPr>
        <p:spPr>
          <a:xfrm>
            <a:off x="1282390" y="3179279"/>
            <a:ext cx="10259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Задачи</a:t>
            </a:r>
            <a:r>
              <a:rPr lang="ru-RU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Сбор и анализ данных через VK API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Предобработка и преобразование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Тематическая классификация постов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Построение модели регрессии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Создание CLI-инструмента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>
                <a:solidFill>
                  <a:srgbClr val="A30236"/>
                </a:solidFill>
                <a:cs typeface="Times New Roman" panose="02020603050405020304" pitchFamily="18" charset="0"/>
              </a:rPr>
              <a:t>Цель, задачи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="" xmlns:a16="http://schemas.microsoft.com/office/drawing/2014/main" id="{EC519A48-C56C-46BB-8102-A45C34EC03FB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681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Сбор данных из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VK API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4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Получен </a:t>
            </a:r>
            <a:r>
              <a:rPr lang="ru-RU" dirty="0"/>
              <a:t>структурированный </a:t>
            </a:r>
            <a:r>
              <a:rPr lang="ru-RU" dirty="0" err="1"/>
              <a:t>датасет</a:t>
            </a:r>
            <a:r>
              <a:rPr lang="ru-RU" dirty="0"/>
              <a:t> из публикаций (ID, текст, дата, метрики </a:t>
            </a:r>
            <a:r>
              <a:rPr lang="ru-RU" dirty="0" err="1"/>
              <a:t>вовлечённости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506" y="2403799"/>
            <a:ext cx="583882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12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П</a:t>
            </a:r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редобработка и анализ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5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Данные </a:t>
            </a:r>
            <a:r>
              <a:rPr lang="ru-RU" dirty="0"/>
              <a:t>очищены от пропусков и выбросов, извлечены признаки (день недели, час, длина текста, </a:t>
            </a:r>
            <a:r>
              <a:rPr lang="ru-RU" dirty="0" err="1"/>
              <a:t>эмодзи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43" y="2612573"/>
            <a:ext cx="5327721" cy="264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848" y="2612573"/>
            <a:ext cx="5444024" cy="354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90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Категоризация постов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6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3"/>
            <a:ext cx="87614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Посты </a:t>
            </a:r>
            <a:r>
              <a:rPr lang="ru-RU" dirty="0"/>
              <a:t>автоматически классифицированы по ключевым словам (матч, юмор, мотивация и др</a:t>
            </a:r>
            <a:r>
              <a:rPr lang="ru-RU" dirty="0" smtClean="0"/>
              <a:t>.)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98" y="3270089"/>
            <a:ext cx="4936768" cy="18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801" y="3270089"/>
            <a:ext cx="4936768" cy="18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6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Построение признаков для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ML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7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Подготовлена </a:t>
            </a:r>
            <a:r>
              <a:rPr lang="ru-RU" dirty="0"/>
              <a:t>обучающая выборка с </a:t>
            </a:r>
            <a:r>
              <a:rPr lang="ru-RU" dirty="0" err="1"/>
              <a:t>one-hot</a:t>
            </a:r>
            <a:r>
              <a:rPr lang="ru-RU" dirty="0"/>
              <a:t> кодированием категорий и нормализованными </a:t>
            </a:r>
            <a:r>
              <a:rPr lang="ru-RU" dirty="0" smtClean="0"/>
              <a:t>признаками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542" y="2457245"/>
            <a:ext cx="6554754" cy="383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6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Обучение модели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Random Forest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8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MAE</a:t>
            </a:r>
            <a:r>
              <a:rPr lang="ru-RU" dirty="0"/>
              <a:t>: </a:t>
            </a:r>
            <a:r>
              <a:rPr lang="ru-RU" dirty="0" smtClean="0"/>
              <a:t>92 - 41% </a:t>
            </a:r>
            <a:r>
              <a:rPr lang="ru-RU" dirty="0"/>
              <a:t>(лайки), </a:t>
            </a:r>
            <a:r>
              <a:rPr lang="ru-RU" dirty="0" smtClean="0"/>
              <a:t>1857 - 32% </a:t>
            </a:r>
            <a:r>
              <a:rPr lang="ru-RU" dirty="0"/>
              <a:t>(просмотры)</a:t>
            </a:r>
            <a:br>
              <a:rPr lang="ru-RU" dirty="0"/>
            </a:br>
            <a:r>
              <a:rPr lang="ru-RU" dirty="0" smtClean="0"/>
              <a:t>R²</a:t>
            </a:r>
            <a:r>
              <a:rPr lang="ru-RU" dirty="0"/>
              <a:t>: 0.55 для обеих </a:t>
            </a:r>
            <a:r>
              <a:rPr lang="ru-RU" dirty="0" smtClean="0"/>
              <a:t>метрик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330" y="3335693"/>
            <a:ext cx="6042032" cy="202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6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Разработка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CLI</a:t>
            </a:r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-приложения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9</a:t>
            </a:fld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925" y="2779453"/>
            <a:ext cx="5065987" cy="334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Программа принимает параметры поста и выводит прогноз просмотров и </a:t>
            </a:r>
            <a:r>
              <a:rPr lang="ru-RU" dirty="0" err="1" smtClean="0"/>
              <a:t>лайков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31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Заключение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10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296954" y="1185878"/>
            <a:ext cx="9657183" cy="5442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В </a:t>
            </a:r>
            <a:r>
              <a:rPr lang="ru-RU" dirty="0"/>
              <a:t>ходе проекта была разработана система, позволяющая прогнозировать </a:t>
            </a:r>
            <a:r>
              <a:rPr lang="ru-RU" dirty="0" err="1"/>
              <a:t>вовлечённость</a:t>
            </a:r>
            <a:r>
              <a:rPr lang="ru-RU" dirty="0"/>
              <a:t> контента в социальной сети </a:t>
            </a:r>
            <a:r>
              <a:rPr lang="ru-RU" dirty="0" err="1"/>
              <a:t>ВКонтакте</a:t>
            </a:r>
            <a:r>
              <a:rPr lang="ru-RU" dirty="0"/>
              <a:t> с использованием методов машинного обучения.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Реализован </a:t>
            </a:r>
            <a:r>
              <a:rPr lang="ru-RU" dirty="0"/>
              <a:t>полный цикл анализа: от сбора и очистки данных до построения модели и прикладного CLI-инструмента.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Полученные </a:t>
            </a:r>
            <a:r>
              <a:rPr lang="ru-RU" dirty="0"/>
              <a:t>результаты (R² ≈ 0.55) демонстрируют достаточную точность модели для практического </a:t>
            </a:r>
            <a:r>
              <a:rPr lang="ru-RU" dirty="0" smtClean="0"/>
              <a:t>применения </a:t>
            </a:r>
            <a:r>
              <a:rPr lang="ru-RU" dirty="0"/>
              <a:t>при планировании публикаций.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Инструмент </a:t>
            </a:r>
            <a:r>
              <a:rPr lang="ru-RU" dirty="0"/>
              <a:t>позволяет администраторам сообществ повысить эффективность контентной стратегии и заранее оценивать реакцию аудитории.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В </a:t>
            </a:r>
            <a:r>
              <a:rPr lang="ru-RU" dirty="0"/>
              <a:t>дальнейшем система может быть расширена за счёт: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учёта изображений и видео;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применения </a:t>
            </a:r>
            <a:r>
              <a:rPr lang="ru-RU" i="1" dirty="0" err="1"/>
              <a:t>нейросетевых</a:t>
            </a:r>
            <a:r>
              <a:rPr lang="ru-RU" i="1" dirty="0"/>
              <a:t> моделей (BERT и др.);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внедрения веб-интерфейса.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39733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1C796009-8C0B-435A-9157-E9E29A248213}"/>
              </a:ext>
            </a:extLst>
          </p:cNvPr>
          <p:cNvSpPr/>
          <p:nvPr/>
        </p:nvSpPr>
        <p:spPr>
          <a:xfrm>
            <a:off x="37054" y="0"/>
            <a:ext cx="2438400" cy="120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070DF9A4-D254-47BB-BBA2-D0DFF8232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4211" y="2796178"/>
            <a:ext cx="8749554" cy="1032568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656722">
              <a:defRPr sz="2016">
                <a:solidFill>
                  <a:srgbClr val="000000"/>
                </a:solidFill>
              </a:defRPr>
            </a:lvl1pPr>
          </a:lstStyle>
          <a:p>
            <a:r>
              <a:rPr lang="ru-RU" cap="all" dirty="0" smtClean="0">
                <a:solidFill>
                  <a:schemeClr val="tx1"/>
                </a:solidFill>
              </a:rPr>
              <a:t>«</a:t>
            </a:r>
            <a:r>
              <a:rPr lang="ru-RU" dirty="0">
                <a:solidFill>
                  <a:schemeClr val="tx1"/>
                </a:solidFill>
              </a:rPr>
              <a:t>Прогнозирование эффективности контента спортивного сообщества на платформе VK с помощью методов машинного </a:t>
            </a:r>
            <a:r>
              <a:rPr lang="ru-RU" dirty="0" smtClean="0">
                <a:solidFill>
                  <a:schemeClr val="tx1"/>
                </a:solidFill>
              </a:rPr>
              <a:t>обучения</a:t>
            </a:r>
            <a:r>
              <a:rPr lang="ru-RU" cap="all" dirty="0" smtClean="0">
                <a:solidFill>
                  <a:schemeClr val="tx1"/>
                </a:solidFill>
              </a:rPr>
              <a:t>»</a:t>
            </a:r>
            <a:endParaRPr lang="ru-RU" cap="all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5D09B449-DFE3-4089-A6EC-9F0200E11604}"/>
              </a:ext>
            </a:extLst>
          </p:cNvPr>
          <p:cNvSpPr txBox="1">
            <a:spLocks/>
          </p:cNvSpPr>
          <p:nvPr/>
        </p:nvSpPr>
        <p:spPr>
          <a:xfrm>
            <a:off x="1192396" y="5069874"/>
            <a:ext cx="9813184" cy="698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Обучающийся: </a:t>
            </a:r>
            <a:r>
              <a:rPr lang="ru-RU" sz="1800" dirty="0" smtClean="0"/>
              <a:t>Бондаренко Григорий Александрович</a:t>
            </a:r>
            <a:endParaRPr lang="ru-RU" sz="1800" dirty="0"/>
          </a:p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Руководитель ВКР: кандидат технических наук</a:t>
            </a:r>
            <a:r>
              <a:rPr lang="en-US" sz="1800" dirty="0"/>
              <a:t>,</a:t>
            </a:r>
            <a:r>
              <a:rPr lang="ru-RU" sz="1800" dirty="0"/>
              <a:t> доцент Амелькин Сергей Анатольевич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8ACBBD59-F238-4089-9FD1-C1A3C5956F96}"/>
              </a:ext>
            </a:extLst>
          </p:cNvPr>
          <p:cNvSpPr txBox="1"/>
          <p:nvPr/>
        </p:nvSpPr>
        <p:spPr>
          <a:xfrm>
            <a:off x="5088670" y="5956477"/>
            <a:ext cx="2020637" cy="405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430317" hangingPunct="0">
              <a:defRPr b="1"/>
            </a:pPr>
            <a:r>
              <a:rPr sz="1318" b="1" kern="0" dirty="0" err="1">
                <a:latin typeface="Arial"/>
                <a:cs typeface="Arial"/>
                <a:sym typeface="Arial"/>
              </a:rPr>
              <a:t>Москва</a:t>
            </a:r>
            <a:r>
              <a:rPr sz="1318" b="1" kern="0" dirty="0">
                <a:latin typeface="Arial"/>
                <a:cs typeface="Arial"/>
                <a:sym typeface="Arial"/>
              </a:rPr>
              <a:t> </a:t>
            </a:r>
          </a:p>
          <a:p>
            <a:pPr algn="ctr" defTabSz="430317" hangingPunct="0">
              <a:defRPr b="1"/>
            </a:pPr>
            <a:r>
              <a:rPr sz="1318" b="1" kern="0" dirty="0">
                <a:latin typeface="Arial"/>
                <a:cs typeface="Arial"/>
                <a:sym typeface="Arial"/>
              </a:rPr>
              <a:t>202</a:t>
            </a:r>
            <a:r>
              <a:rPr lang="ru-RU" sz="1318" b="1" kern="0" dirty="0">
                <a:latin typeface="Arial"/>
                <a:cs typeface="Arial"/>
                <a:sym typeface="Arial"/>
              </a:rPr>
              <a:t>5</a:t>
            </a:r>
            <a:endParaRPr sz="1318" b="1" kern="0" dirty="0">
              <a:latin typeface="Arial"/>
              <a:cs typeface="Arial"/>
              <a:sym typeface="Arial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="" xmlns:a16="http://schemas.microsoft.com/office/drawing/2014/main" id="{C27EAE04-0F03-4A70-9E76-EB6F9424D75C}"/>
              </a:ext>
            </a:extLst>
          </p:cNvPr>
          <p:cNvSpPr txBox="1"/>
          <p:nvPr/>
        </p:nvSpPr>
        <p:spPr>
          <a:xfrm>
            <a:off x="43030" y="370999"/>
            <a:ext cx="12111916" cy="247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Федеральное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государственное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бюджетное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образовательное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учреждение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высшего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образования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 «</a:t>
            </a:r>
            <a:r>
              <a:rPr sz="1412" kern="0" dirty="0">
                <a:latin typeface="Arial"/>
                <a:cs typeface="Arial"/>
                <a:sym typeface="Arial"/>
              </a:rPr>
              <a:t>РОССИЙСКАЯ АКАДЕМИЯ НАРОДНОГО ХОЗЯЙСТВА и ГОСУДАРСТВЕННОЙ СЛУЖБЫ </a:t>
            </a:r>
            <a:r>
              <a:rPr sz="1412" kern="0" dirty="0" err="1">
                <a:latin typeface="Arial"/>
                <a:cs typeface="Arial"/>
                <a:sym typeface="Arial"/>
              </a:rPr>
              <a:t>при</a:t>
            </a:r>
            <a:r>
              <a:rPr sz="1412" kern="0" dirty="0">
                <a:latin typeface="Arial"/>
                <a:cs typeface="Arial"/>
                <a:sym typeface="Arial"/>
              </a:rPr>
              <a:t> ПРЕЗИДЕНТЕ РОССИЙСКОЙ ФЕДЕРАЦИИ</a:t>
            </a:r>
            <a:r>
              <a:rPr lang="ru-RU" sz="1412" kern="0" dirty="0">
                <a:latin typeface="Arial"/>
                <a:cs typeface="Arial"/>
                <a:sym typeface="Arial"/>
              </a:rPr>
              <a:t>»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Институт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экономики</a:t>
            </a:r>
            <a:r>
              <a:rPr sz="1412" kern="0" dirty="0">
                <a:latin typeface="Arial"/>
                <a:cs typeface="Arial"/>
                <a:sym typeface="Arial"/>
              </a:rPr>
              <a:t>, </a:t>
            </a:r>
            <a:r>
              <a:rPr sz="1412" kern="0" dirty="0" err="1">
                <a:latin typeface="Arial"/>
                <a:cs typeface="Arial"/>
                <a:sym typeface="Arial"/>
              </a:rPr>
              <a:t>математики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Факультет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данных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Кафедра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системного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информатики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ИНДИВИДУАЛЬНЫЙ ЦИФРОВОЙ ПРОЕКТ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на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тему</a:t>
            </a:r>
            <a:r>
              <a:rPr sz="1412" kern="0" dirty="0">
                <a:latin typeface="Arial"/>
                <a:cs typeface="Arial"/>
                <a:sym typeface="Arial"/>
              </a:rPr>
              <a:t>: 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="" xmlns:a16="http://schemas.microsoft.com/office/drawing/2014/main" id="{3385C2F6-707C-4591-B5D2-BE6E939DB36B}"/>
              </a:ext>
            </a:extLst>
          </p:cNvPr>
          <p:cNvSpPr txBox="1"/>
          <p:nvPr/>
        </p:nvSpPr>
        <p:spPr>
          <a:xfrm>
            <a:off x="3092080" y="3877042"/>
            <a:ext cx="6013815" cy="101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Направление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подготовки</a:t>
            </a:r>
            <a:r>
              <a:rPr sz="1506" kern="0" dirty="0">
                <a:latin typeface="Arial"/>
                <a:cs typeface="Arial"/>
                <a:sym typeface="Arial"/>
              </a:rPr>
              <a:t>: 09.03.03 </a:t>
            </a:r>
            <a:r>
              <a:rPr sz="1506" kern="0" dirty="0" err="1">
                <a:latin typeface="Arial"/>
                <a:cs typeface="Arial"/>
                <a:sym typeface="Arial"/>
              </a:rPr>
              <a:t>Прикладная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информатика</a:t>
            </a:r>
            <a:endParaRPr sz="1506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Направленность</a:t>
            </a:r>
            <a:r>
              <a:rPr sz="1506" kern="0" dirty="0">
                <a:latin typeface="Arial"/>
                <a:cs typeface="Arial"/>
                <a:sym typeface="Arial"/>
              </a:rPr>
              <a:t> (</a:t>
            </a:r>
            <a:r>
              <a:rPr sz="1506" kern="0" dirty="0" err="1">
                <a:latin typeface="Arial"/>
                <a:cs typeface="Arial"/>
                <a:sym typeface="Arial"/>
              </a:rPr>
              <a:t>профиль</a:t>
            </a:r>
            <a:r>
              <a:rPr sz="1506" kern="0" dirty="0">
                <a:latin typeface="Arial"/>
                <a:cs typeface="Arial"/>
                <a:sym typeface="Arial"/>
              </a:rPr>
              <a:t>) </a:t>
            </a:r>
            <a:r>
              <a:rPr sz="1506" kern="0" dirty="0" err="1">
                <a:latin typeface="Arial"/>
                <a:cs typeface="Arial"/>
                <a:sym typeface="Arial"/>
              </a:rPr>
              <a:t>образовательной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программы</a:t>
            </a:r>
            <a:r>
              <a:rPr sz="1506" kern="0" dirty="0">
                <a:latin typeface="Arial"/>
                <a:cs typeface="Arial"/>
                <a:sym typeface="Arial"/>
              </a:rPr>
              <a:t>: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«</a:t>
            </a:r>
            <a:r>
              <a:rPr lang="ru-RU" sz="1506" kern="0" dirty="0">
                <a:latin typeface="Arial"/>
                <a:cs typeface="Arial"/>
                <a:sym typeface="Arial"/>
              </a:rPr>
              <a:t>Анализ данных</a:t>
            </a:r>
            <a:r>
              <a:rPr sz="1506" kern="0" dirty="0">
                <a:latin typeface="Arial"/>
                <a:cs typeface="Arial"/>
                <a:sym typeface="Arial"/>
              </a:rPr>
              <a:t>»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(</a:t>
            </a:r>
            <a:r>
              <a:rPr sz="1506" kern="0" dirty="0" err="1">
                <a:latin typeface="Arial"/>
                <a:cs typeface="Arial"/>
                <a:sym typeface="Arial"/>
              </a:rPr>
              <a:t>очная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форма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обучения</a:t>
            </a:r>
            <a:r>
              <a:rPr sz="1506" kern="0" dirty="0">
                <a:latin typeface="Arial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810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РАНХиГС">
      <a:dk1>
        <a:srgbClr val="202020"/>
      </a:dk1>
      <a:lt1>
        <a:srgbClr val="FFFFFF"/>
      </a:lt1>
      <a:dk2>
        <a:srgbClr val="A30236"/>
      </a:dk2>
      <a:lt2>
        <a:srgbClr val="FFFFFF"/>
      </a:lt2>
      <a:accent1>
        <a:srgbClr val="A30236"/>
      </a:accent1>
      <a:accent2>
        <a:srgbClr val="AFABAB"/>
      </a:accent2>
      <a:accent3>
        <a:srgbClr val="404040"/>
      </a:accent3>
      <a:accent4>
        <a:srgbClr val="EB5E3F"/>
      </a:accent4>
      <a:accent5>
        <a:srgbClr val="F1A23F"/>
      </a:accent5>
      <a:accent6>
        <a:srgbClr val="E6E6E6"/>
      </a:accent6>
      <a:hlink>
        <a:srgbClr val="061A6C"/>
      </a:hlink>
      <a:folHlink>
        <a:srgbClr val="6F3B5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33315</TotalTime>
  <Words>512</Words>
  <Application>Microsoft Office PowerPoint</Application>
  <PresentationFormat>Произвольный</PresentationFormat>
  <Paragraphs>85</Paragraphs>
  <Slides>11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Office Theme</vt:lpstr>
      <vt:lpstr>Тема Office</vt:lpstr>
      <vt:lpstr>«Прогнозирование эффективности контента спортивного сообщества на платформе VK с помощью методов машинного обучения»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«Прогнозирование эффективности контента спортивного сообщества на платформе VK с помощью методов машинного обучения»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Слияния и поглощения в практике организационного развития и управления на примере компании</dc:title>
  <dc:subject/>
  <dc:creator>Бондаренко Г.А.</dc:creator>
  <dc:description/>
  <cp:lastModifiedBy>Бондаренко Г.А.</cp:lastModifiedBy>
  <cp:revision>328</cp:revision>
  <dcterms:created xsi:type="dcterms:W3CDTF">2020-04-28T15:23:41Z</dcterms:created>
  <dcterms:modified xsi:type="dcterms:W3CDTF">2025-05-28T17:16:38Z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